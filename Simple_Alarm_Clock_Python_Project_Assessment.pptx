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2C59"/>
                </a:solidFill>
              </a:defRPr>
            </a:pPr>
            <a:r>
              <a:t>Experiential Learning</a:t>
            </a:r>
          </a:p>
          <a:p>
            <a:pPr algn="ctr">
              <a:defRPr sz="2200" b="1">
                <a:solidFill>
                  <a:srgbClr val="1A365D"/>
                </a:solidFill>
              </a:defRPr>
            </a:pPr>
            <a:r>
              <a:t>Project Assessment (Phase I, II &amp; III)</a:t>
            </a:r>
          </a:p>
          <a:p>
            <a:pPr algn="ctr">
              <a:defRPr sz="1600" i="1">
                <a:solidFill>
                  <a:srgbClr val="475569"/>
                </a:solidFill>
              </a:defRPr>
            </a:pPr>
            <a:r>
              <a:t>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277BD"/>
                </a:solidFill>
              </a:defRPr>
            </a:pPr>
            <a:r>
              <a:t>“Simple Alarm Clock Using Python”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475569"/>
                </a:solidFill>
              </a:defRPr>
            </a:pPr>
            <a:r>
              <a:t>under the course</a:t>
            </a:r>
          </a:p>
          <a:p>
            <a:pPr algn="ctr">
              <a:defRPr sz="1600" b="1">
                <a:solidFill>
                  <a:srgbClr val="1A365D"/>
                </a:solidFill>
              </a:defRPr>
            </a:pPr>
            <a:r>
              <a:t>Python Programming Language (N-PCCCM304P)</a:t>
            </a:r>
          </a:p>
        </p:txBody>
      </p:sp>
      <p:pic>
        <p:nvPicPr>
          <p:cNvPr id="6" name="Picture 5" descr="page_1_img_0_4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926080"/>
            <a:ext cx="1280160" cy="1463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3108960"/>
            <a:ext cx="4114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C59"/>
                </a:solidFill>
              </a:defRPr>
            </a:pPr>
            <a:r>
              <a:t>Presented By: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Neeraj Praveen Khapre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Roll No: 16  |  ID: CM25036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108960"/>
            <a:ext cx="3840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0F2C59"/>
                </a:solidFill>
              </a:defRPr>
            </a:pPr>
            <a:r>
              <a:t>Under the Guidance of:</a:t>
            </a:r>
          </a:p>
          <a:p>
            <a:pPr algn="r">
              <a:defRPr sz="1600" b="1">
                <a:solidFill>
                  <a:srgbClr val="0F172A"/>
                </a:solidFill>
              </a:defRPr>
            </a:pPr>
            <a:r>
              <a:t>[Faculty Name]</a:t>
            </a:r>
          </a:p>
          <a:p>
            <a:pPr algn="r">
              <a:defRPr sz="1400">
                <a:solidFill>
                  <a:srgbClr val="475569"/>
                </a:solidFill>
              </a:defRPr>
            </a:pPr>
            <a:r>
              <a:t>Department of CSE(AI&amp;ML)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0362895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Session: 2026–27 (ODD)</a:t>
            </a:r>
          </a:p>
          <a:p>
            <a:pPr algn="ctr">
              <a:defRPr sz="1500" b="1">
                <a:solidFill>
                  <a:srgbClr val="1A365D"/>
                </a:solidFill>
              </a:defRPr>
            </a:pPr>
            <a:r>
              <a:t>Department of Computer Science &amp; Engineering (AI &amp; ML)</a:t>
            </a:r>
          </a:p>
          <a:p>
            <a:pPr algn="ctr">
              <a:defRPr sz="1500" b="1">
                <a:solidFill>
                  <a:srgbClr val="0F2C59"/>
                </a:solidFill>
              </a:defRPr>
            </a:pPr>
            <a:r>
              <a:t>S. B. JAIN INSTITUTE OF TECHNOLOGY MANAGEMENT AND RESEARCH, NAGPUR</a:t>
            </a:r>
          </a:p>
          <a:p>
            <a:pPr algn="ctr">
              <a:defRPr sz="1300" i="1">
                <a:solidFill>
                  <a:srgbClr val="475569"/>
                </a:solidFill>
              </a:defRPr>
            </a:pPr>
            <a:r>
              <a:t>An Autonomous Institute, Affiliated to RTMNU, Nagpur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82880"/>
            <a:ext cx="146304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09728"/>
            <a:ext cx="8686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0F2C59"/>
                </a:solidFill>
              </a:defRPr>
            </a:pPr>
            <a:r>
              <a:t>1. Introduction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371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94A3B8"/>
                </a:solidFill>
              </a:defRPr>
            </a:pPr>
            <a: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2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6480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S. B. Jain Institute of Technology Management and Research, Nagpur  |  Department of CSE(AI&amp;ML)  |  Session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C59"/>
                </a:solidFill>
              </a:defRPr>
            </a:pPr>
            <a:r>
              <a:t>Problem Statement &amp; Need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 Users frequently overlook crucial tasks, scheduled meetings, or study intervals in the absence of automated timely reminders.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 Relying on manual clock-watching disrupts workflow focus and is highly inefficient.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 Need for a lightweight, automated Python solution that can track time in the background and execute precise alerts.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 Must support standard 24-hour and HH:MM:SS time formatting with strict time matching.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 Should operate continuously without excessive system resource or CPU consumption.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C59"/>
                </a:solidFill>
              </a:defRPr>
            </a:pPr>
            <a:r>
              <a:t>Project Scope &amp; Assigned Topic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920240"/>
            <a:ext cx="4846320" cy="1737360"/>
          </a:xfrm>
          <a:prstGeom prst="roundRect">
            <a:avLst/>
          </a:prstGeom>
          <a:solidFill>
            <a:srgbClr val="EE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40AF"/>
                </a:solidFill>
              </a:defRPr>
            </a:pPr>
            <a:r>
              <a:t>Topic Allotment Definition (CM25036 - Neeraj Khapre):</a:t>
            </a:r>
          </a:p>
          <a:p>
            <a:pPr>
              <a:defRPr sz="1050" i="1">
                <a:solidFill>
                  <a:srgbClr val="0F172A"/>
                </a:solidFill>
              </a:defRPr>
            </a:pPr>
            <a:r>
              <a:t>“Develop a Simple Alarm Clock application in Python that enables users to set an alarm for a specific time. The program should continuously monitor the system's current time using Python's built-in date and time modules. Once the current system time matches the user-specified alarm time, the program should notify the user by displaying an alert message and optionally playing a sound.”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8404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✔  Core Modules: Python's built-in datetime and time libraries (zero external bloat).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✔  Dual Alert Mechanism: High-visibility visual alert + audio chime notification.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✔  Demonstrates practical algorithmic control flow, while-loops, condition evaluations, and system clock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82880"/>
            <a:ext cx="146304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09728"/>
            <a:ext cx="8686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0F2C59"/>
                </a:solidFill>
              </a:defRPr>
            </a:pPr>
            <a:r>
              <a:t>2. Algorithmic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371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94A3B8"/>
                </a:solidFill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2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6480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S. B. Jain Institute of Technology Management and Research, Nagpur  |  Department of CSE(AI&amp;ML)  |  Session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C59"/>
                </a:solidFill>
              </a:defRPr>
            </a:pPr>
            <a:r>
              <a:t>Stepwise Algorithmic Sequence (Steps 1 – 4)</a:t>
            </a:r>
          </a:p>
          <a:p>
            <a:pPr>
              <a:spcBef>
                <a:spcPts val="600"/>
              </a:spcBef>
              <a:defRPr sz="1300" b="1">
                <a:solidFill>
                  <a:srgbClr val="0284C7"/>
                </a:solidFill>
              </a:defRPr>
            </a:pPr>
            <a:r>
              <a:t>• Step 1: Program Initialization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Load runtime environment and import Python's standard modules: datetime (for system time retrieval) and time (for regulated delay cycles).</a:t>
            </a:r>
          </a:p>
          <a:p>
            <a:pPr>
              <a:spcBef>
                <a:spcPts val="600"/>
              </a:spcBef>
              <a:defRPr sz="1300" b="1">
                <a:solidFill>
                  <a:srgbClr val="0284C7"/>
                </a:solidFill>
              </a:defRPr>
            </a:pPr>
            <a:r>
              <a:t>• Step 2: User Input Acquisition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Prompt the user to enter the target alarm time in standard format (HH:MM:SS or 24-hr HH:MM) through the user interface.</a:t>
            </a:r>
          </a:p>
          <a:p>
            <a:pPr>
              <a:spcBef>
                <a:spcPts val="600"/>
              </a:spcBef>
              <a:defRPr sz="1300" b="1">
                <a:solidFill>
                  <a:srgbClr val="0284C7"/>
                </a:solidFill>
              </a:defRPr>
            </a:pPr>
            <a:r>
              <a:t>• Step 3: Input Verification &amp; Caching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Validate the entered time against clock bounds (00:00:00 to 23:59:59) and store the target alarm string in memory.</a:t>
            </a:r>
          </a:p>
          <a:p>
            <a:pPr>
              <a:spcBef>
                <a:spcPts val="600"/>
              </a:spcBef>
              <a:defRPr sz="1300" b="1">
                <a:solidFill>
                  <a:srgbClr val="0284C7"/>
                </a:solidFill>
              </a:defRPr>
            </a:pPr>
            <a:r>
              <a:t>• Step 4: Real-time Polling Loop Initiation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Enter a continuous background monitoring loop (while True) to observe the system clock in real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C59"/>
                </a:solidFill>
              </a:defRPr>
            </a:pPr>
            <a:r>
              <a:t>Stepwise Algorithmic Sequence (Steps 5 – 8)</a:t>
            </a:r>
          </a:p>
          <a:p>
            <a:pPr>
              <a:spcBef>
                <a:spcPts val="600"/>
              </a:spcBef>
              <a:defRPr sz="1300" b="1">
                <a:solidFill>
                  <a:srgbClr val="10B981"/>
                </a:solidFill>
              </a:defRPr>
            </a:pPr>
            <a:r>
              <a:t>• Step 5: System Time Polling &amp; Formatting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Execute datetime.now().strftime('%H:%M:%S') to extract current hour, minute, and second matching the user's input string.</a:t>
            </a:r>
          </a:p>
          <a:p>
            <a:pPr>
              <a:spcBef>
                <a:spcPts val="600"/>
              </a:spcBef>
              <a:defRPr sz="1300" b="1">
                <a:solidFill>
                  <a:srgbClr val="10B981"/>
                </a:solidFill>
              </a:defRPr>
            </a:pPr>
            <a:r>
              <a:t>• Step 6: Time Equivalence Evaluation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Evaluate condition: if current_time == alarm_time:</a:t>
            </a:r>
            <a:br/>
            <a:r>
              <a:t>If TRUE: Proceed to alert dispatch (Step 7).</a:t>
            </a:r>
            <a:br/>
            <a:r>
              <a:t>If FALSE: Execute time.sleep(1) to avoid CPU spinlock and repeat comparison.</a:t>
            </a:r>
          </a:p>
          <a:p>
            <a:pPr>
              <a:spcBef>
                <a:spcPts val="600"/>
              </a:spcBef>
              <a:defRPr sz="1300" b="1">
                <a:solidFill>
                  <a:srgbClr val="10B981"/>
                </a:solidFill>
              </a:defRPr>
            </a:pPr>
            <a:r>
              <a:t>• Step 7: Alarm Notification &amp; Audio Chime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Immediately display the visual alert modal ('ALARM! Your time is up!') and trigger the audio sound / beep chime to alert user.</a:t>
            </a:r>
          </a:p>
          <a:p>
            <a:pPr>
              <a:spcBef>
                <a:spcPts val="600"/>
              </a:spcBef>
              <a:defRPr sz="1300" b="1">
                <a:solidFill>
                  <a:srgbClr val="10B981"/>
                </a:solidFill>
              </a:defRPr>
            </a:pPr>
            <a:r>
              <a:t>• Step 8: Graceful Completion / Standby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Break the infinite loop upon user acknowledgement, or transition the state back to STANDBY for the next alarm.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82880"/>
            <a:ext cx="146304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09728"/>
            <a:ext cx="8686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0F2C59"/>
                </a:solidFill>
              </a:defRPr>
            </a:pPr>
            <a:r>
              <a:t>3. Flowchart / Logic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371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94A3B8"/>
                </a:solidFill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2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6480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S. B. Jain Institute of Technology Management and Research, Nagpur  |  Department of CSE(AI&amp;ML)  |  Session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669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chart_phas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325880"/>
            <a:ext cx="4754880" cy="4754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675120" y="1234440"/>
            <a:ext cx="47548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371600"/>
            <a:ext cx="4389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2C59"/>
                </a:solidFill>
              </a:defRPr>
            </a:pPr>
            <a:r>
              <a:t>Flowchart Logic &amp; Execution Trace</a:t>
            </a:r>
          </a:p>
          <a:p>
            <a:pPr>
              <a:spcBef>
                <a:spcPts val="500"/>
              </a:spcBef>
              <a:defRPr sz="1250" b="1">
                <a:solidFill>
                  <a:srgbClr val="1A365D"/>
                </a:solidFill>
              </a:defRPr>
            </a:pPr>
            <a:r>
              <a:t>➔ Start &amp; User Entry: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The user supplies target alarm time in HH:MM:SS format.</a:t>
            </a:r>
          </a:p>
          <a:p>
            <a:pPr>
              <a:spcBef>
                <a:spcPts val="500"/>
              </a:spcBef>
              <a:defRPr sz="1250" b="1">
                <a:solidFill>
                  <a:srgbClr val="1A365D"/>
                </a:solidFill>
              </a:defRPr>
            </a:pPr>
            <a:r>
              <a:t>➔ Time Extraction: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datetime.now() queries the operating system clock once every loop.</a:t>
            </a:r>
          </a:p>
          <a:p>
            <a:pPr>
              <a:spcBef>
                <a:spcPts val="500"/>
              </a:spcBef>
              <a:defRPr sz="1250" b="1">
                <a:solidFill>
                  <a:srgbClr val="1A365D"/>
                </a:solidFill>
              </a:defRPr>
            </a:pPr>
            <a:r>
              <a:t>➔ Comparison Condition: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Strict string equality check between current_time and alarm_time.</a:t>
            </a:r>
          </a:p>
          <a:p>
            <a:pPr>
              <a:spcBef>
                <a:spcPts val="500"/>
              </a:spcBef>
              <a:defRPr sz="1250" b="1">
                <a:solidFill>
                  <a:srgbClr val="1A365D"/>
                </a:solidFill>
              </a:defRPr>
            </a:pPr>
            <a:r>
              <a:t>➔ Non-Matching Branch (NO):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Routes to time.sleep(1) to release CPU execution thread for 1 second before re-evaluating.</a:t>
            </a:r>
          </a:p>
          <a:p>
            <a:pPr>
              <a:spcBef>
                <a:spcPts val="500"/>
              </a:spcBef>
              <a:defRPr sz="1250" b="1">
                <a:solidFill>
                  <a:srgbClr val="1A365D"/>
                </a:solidFill>
              </a:defRPr>
            </a:pPr>
            <a:r>
              <a:t>➔ Matching Branch (YES):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Routes to notification dispatcher, executing visual popup and audio chime tone simultaneously.</a:t>
            </a:r>
          </a:p>
          <a:p>
            <a:pPr>
              <a:spcBef>
                <a:spcPts val="500"/>
              </a:spcBef>
              <a:defRPr sz="1250" b="1">
                <a:solidFill>
                  <a:srgbClr val="1A365D"/>
                </a:solidFill>
              </a:defRPr>
            </a:pPr>
            <a:r>
              <a:t>➔ Termination: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Halts loop execution safely, preventing endless loop or repeated false alarms.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82880"/>
            <a:ext cx="1463040" cy="3200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09728"/>
            <a:ext cx="8686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0F2C59"/>
                </a:solidFill>
              </a:defRPr>
            </a:pPr>
            <a:r>
              <a:t>4. Objectives &amp; Understanding of Python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371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94A3B8"/>
                </a:solidFill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2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6480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S. B. Jain Institute of Technology Management and Research, Nagpur  |  Department of CSE(AI&amp;ML)  |  Session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2C59"/>
                </a:solidFill>
              </a:defRPr>
            </a:pPr>
            <a:r>
              <a:t>Project Objectives (Phase 2 Focus)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✔  To develop an automated, user-friendly alarm clock application using Python.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✔  To seamlessly read and monitor real-time system clock utilizing Python's built-in date/time capabilities.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✔  To implement strict time comparison logic between user-defined target time and dynamic system time.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✔  To ensure minimal CPU resource consumption using controlled throttling (time.sleep()).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✔  To implement multi-sensory notification through on-screen visual banners and acoustic sound chimes.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✔  To master foundational computer science concepts: event loops, conditional branching, time synchronization, and modular programming.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34440"/>
            <a:ext cx="530352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7160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C59"/>
                </a:solidFill>
              </a:defRPr>
            </a:pPr>
            <a:r>
              <a:t>Core Python Logic Components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920240"/>
            <a:ext cx="2377440" cy="1051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920240"/>
            <a:ext cx="2377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284C7"/>
                </a:solidFill>
              </a:defRPr>
            </a:pPr>
            <a:r>
              <a:t>datetime.now()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Extracts the active system clock date &amp; time from the OS with microsecond precision.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920240"/>
            <a:ext cx="2377440" cy="1051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1920240"/>
            <a:ext cx="2377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284C7"/>
                </a:solidFill>
              </a:defRPr>
            </a:pPr>
            <a:r>
              <a:t>strftime('%H:%M:%S')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Converts raw datetime objects into formatted text strings for exact string equality.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108960"/>
            <a:ext cx="2377440" cy="1051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08960"/>
            <a:ext cx="2377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284C7"/>
                </a:solidFill>
              </a:defRPr>
            </a:pPr>
            <a:r>
              <a:t>while True Loop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Maintains an active background monitoring daemon until target time is reached.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3108960"/>
            <a:ext cx="2377440" cy="1051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3108960"/>
            <a:ext cx="2377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284C7"/>
                </a:solidFill>
              </a:defRPr>
            </a:pPr>
            <a:r>
              <a:t>if Condition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Compares current_time == alarm_time; dispatches alert upon exact equality match.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297680"/>
            <a:ext cx="2377440" cy="1051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297680"/>
            <a:ext cx="2377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284C7"/>
                </a:solidFill>
              </a:defRPr>
            </a:pPr>
            <a:r>
              <a:t>time.sleep(1)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Pauses execution for 1 second per cycle, eliminating 100% CPU core utilization.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9680" y="4297680"/>
            <a:ext cx="2377440" cy="1051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4297680"/>
            <a:ext cx="2377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284C7"/>
                </a:solidFill>
              </a:defRPr>
            </a:pPr>
            <a:r>
              <a:t>Audio Alert Chime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Triggers auditory alert (sound tone/beep) to wake or notify the user even when tab is backgrounded.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82880"/>
            <a:ext cx="1463040" cy="3200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09728"/>
            <a:ext cx="8686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0F2C59"/>
                </a:solidFill>
              </a:defRPr>
            </a:pPr>
            <a:r>
              <a:t>5. Detailed System Architecture &amp; Complete Flowchart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371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94A3B8"/>
                </a:solidFill>
              </a:defRPr>
            </a:pPr>
            <a: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2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6480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S. B. Jain Institute of Technology Management and Research, Nagpur  |  Department of CSE(AI&amp;ML)  |  Session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669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chart_phas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325880"/>
            <a:ext cx="4572000" cy="4754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675120" y="1234440"/>
            <a:ext cx="47548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371600"/>
            <a:ext cx="4389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2C59"/>
                </a:solidFill>
              </a:defRPr>
            </a:pPr>
            <a:r>
              <a:t>Comprehensive System Architecture</a:t>
            </a:r>
          </a:p>
          <a:p>
            <a:pPr>
              <a:spcBef>
                <a:spcPts val="600"/>
              </a:spcBef>
              <a:defRPr sz="1200" b="1">
                <a:solidFill>
                  <a:srgbClr val="D97706"/>
                </a:solidFill>
              </a:defRPr>
            </a:pPr>
            <a:r>
              <a:t>⚡ Input Validation Layer: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Performs regex &amp; boundary checks on user input (00-23 hours, 00-59 minutes). Rejects invalid entries with immediate user feedback.</a:t>
            </a:r>
          </a:p>
          <a:p>
            <a:pPr>
              <a:spcBef>
                <a:spcPts val="600"/>
              </a:spcBef>
              <a:defRPr sz="1200" b="1">
                <a:solidFill>
                  <a:srgbClr val="D97706"/>
                </a:solidFill>
              </a:defRPr>
            </a:pPr>
            <a:r>
              <a:t>⚡ Synchronization Engine: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Continually samples OS clock and updates real-time digital (21:43:45) and analog visual faces.</a:t>
            </a:r>
          </a:p>
          <a:p>
            <a:pPr>
              <a:spcBef>
                <a:spcPts val="600"/>
              </a:spcBef>
              <a:defRPr sz="1200" b="1">
                <a:solidFill>
                  <a:srgbClr val="D97706"/>
                </a:solidFill>
              </a:defRPr>
            </a:pPr>
            <a:r>
              <a:t>⚡ Non-blocking Event Loop: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Employs an optimized 1000ms polling heartbeat, preserving computing resources and keeping UI responsive.</a:t>
            </a:r>
          </a:p>
          <a:p>
            <a:pPr>
              <a:spcBef>
                <a:spcPts val="600"/>
              </a:spcBef>
              <a:defRPr sz="1200" b="1">
                <a:solidFill>
                  <a:srgbClr val="D97706"/>
                </a:solidFill>
              </a:defRPr>
            </a:pPr>
            <a:r>
              <a:t>⚡ Event Dispatcher: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Upon match detection, asynchronously triggers two separate output channels: visual banner alert + audio chime stream.</a:t>
            </a:r>
          </a:p>
          <a:p>
            <a:pPr>
              <a:spcBef>
                <a:spcPts val="600"/>
              </a:spcBef>
              <a:defRPr sz="1200" b="1">
                <a:solidFill>
                  <a:srgbClr val="D97706"/>
                </a:solidFill>
              </a:defRPr>
            </a:pPr>
            <a:r>
              <a:t>⚡ State Management: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Transitions gracefully between IDLE, ARMED (Monitoring), TRIGGERED (Alerting), and STANDBY.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82880"/>
            <a:ext cx="146304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09728"/>
            <a:ext cx="8686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0F2C59"/>
                </a:solidFill>
              </a:defRPr>
            </a:pPr>
            <a:r>
              <a:t>6. Output &amp; 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371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94A3B8"/>
                </a:solidFill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2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6480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S. B. Jain Institute of Technology Management and Research, Nagpur  |  Department of CSE(AI&amp;ML)  |  Session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69494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dia_17925992331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71600"/>
            <a:ext cx="6675120" cy="46634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863840" y="1234440"/>
            <a:ext cx="356616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371600"/>
            <a:ext cx="3200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2C59"/>
                </a:solidFill>
              </a:defRPr>
            </a:pPr>
            <a:r>
              <a:t>Demonstration Analysis</a:t>
            </a:r>
          </a:p>
          <a:p>
            <a:pPr>
              <a:spcBef>
                <a:spcPts val="400"/>
              </a:spcBef>
              <a:defRPr sz="1150" b="1">
                <a:solidFill>
                  <a:srgbClr val="10B981"/>
                </a:solidFill>
              </a:defRPr>
            </a:pPr>
            <a:r>
              <a:t>• Application Name: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tempo. — Python-Powered Alarm &amp; Focus Clock</a:t>
            </a:r>
          </a:p>
          <a:p>
            <a:pPr>
              <a:spcBef>
                <a:spcPts val="400"/>
              </a:spcBef>
              <a:defRPr sz="1150" b="1">
                <a:solidFill>
                  <a:srgbClr val="10B981"/>
                </a:solidFill>
              </a:defRPr>
            </a:pPr>
            <a:r>
              <a:t>• Live Local Time: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21:43:45 (Wednesday 21 Oct, Asia/Calcutta timezone) with synced analog clock face.</a:t>
            </a:r>
          </a:p>
          <a:p>
            <a:pPr>
              <a:spcBef>
                <a:spcPts val="400"/>
              </a:spcBef>
              <a:defRPr sz="1150" b="1">
                <a:solidFill>
                  <a:srgbClr val="10B981"/>
                </a:solidFill>
              </a:defRPr>
            </a:pPr>
            <a:r>
              <a:t>• Alarm Set Point: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Target scheduled for 22:35 (24-hour clock mode).</a:t>
            </a:r>
          </a:p>
          <a:p>
            <a:pPr>
              <a:spcBef>
                <a:spcPts val="400"/>
              </a:spcBef>
              <a:defRPr sz="1150" b="1">
                <a:solidFill>
                  <a:srgbClr val="10B981"/>
                </a:solidFill>
              </a:defRPr>
            </a:pPr>
            <a:r>
              <a:t>• Context / Label Tag: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User entered 'Study break' for purposeful scheduling.</a:t>
            </a:r>
          </a:p>
          <a:p>
            <a:pPr>
              <a:spcBef>
                <a:spcPts val="400"/>
              </a:spcBef>
              <a:defRPr sz="1150" b="1">
                <a:solidFill>
                  <a:srgbClr val="10B981"/>
                </a:solidFill>
              </a:defRPr>
            </a:pPr>
            <a:r>
              <a:t>• Acoustic Alert: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Selected 'Soft chime' for pleasant auditory notification.</a:t>
            </a:r>
          </a:p>
          <a:p>
            <a:pPr>
              <a:spcBef>
                <a:spcPts val="400"/>
              </a:spcBef>
              <a:defRPr sz="1150" b="1">
                <a:solidFill>
                  <a:srgbClr val="10B981"/>
                </a:solidFill>
              </a:defRPr>
            </a:pPr>
            <a:r>
              <a:t>• Runtime State: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STANDBY mode active, device awake listener enabled.</a:t>
            </a:r>
          </a:p>
          <a:p>
            <a:pPr>
              <a:spcBef>
                <a:spcPts val="400"/>
              </a:spcBef>
              <a:defRPr sz="1150" b="1">
                <a:solidFill>
                  <a:srgbClr val="10B981"/>
                </a:solidFill>
              </a:defRPr>
            </a:pPr>
            <a:r>
              <a:t>• Developer Signature: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Built with Python · Neeraj Khapre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82880"/>
            <a:ext cx="146304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09728"/>
            <a:ext cx="8686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0F2C59"/>
                </a:solidFill>
              </a:defRPr>
            </a:pPr>
            <a:r>
              <a:t>7. Objective Fulfillment &amp; Result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371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94A3B8"/>
                </a:solidFill>
              </a:defRPr>
            </a:pPr>
            <a: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2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6480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S. B. Jain Institute of Technology Management and Research, Nagpur  |  Department of CSE(AI&amp;ML)  |  Session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621792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5852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2C59"/>
                </a:solidFill>
              </a:defRPr>
            </a:pPr>
            <a:r>
              <a:t>Objective Verification Matrix</a:t>
            </a:r>
          </a:p>
          <a:p>
            <a:pPr>
              <a:spcBef>
                <a:spcPts val="400"/>
              </a:spcBef>
              <a:defRPr sz="1200" b="1">
                <a:solidFill>
                  <a:srgbClr val="10B981"/>
                </a:solidFill>
              </a:defRPr>
            </a:pPr>
            <a:r>
              <a:t>✔ User Alarm Input (100% Achieved)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 Implementation: Accepts standard 24-hr &amp; HH:MM:SS formats</a:t>
            </a:r>
          </a:p>
          <a:p>
            <a:pPr>
              <a:spcBef>
                <a:spcPts val="400"/>
              </a:spcBef>
              <a:defRPr sz="1200" b="1">
                <a:solidFill>
                  <a:srgbClr val="10B981"/>
                </a:solidFill>
              </a:defRPr>
            </a:pPr>
            <a:r>
              <a:t>✔ System Time Polling (100% Achieved)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 Implementation: Python datetime.now() continuous sampling</a:t>
            </a:r>
          </a:p>
          <a:p>
            <a:pPr>
              <a:spcBef>
                <a:spcPts val="400"/>
              </a:spcBef>
              <a:defRPr sz="1200" b="1">
                <a:solidFill>
                  <a:srgbClr val="10B981"/>
                </a:solidFill>
              </a:defRPr>
            </a:pPr>
            <a:r>
              <a:t>✔ Time Match Accuracy (100% Achieved)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 Implementation: Zero-drift matching at second precision</a:t>
            </a:r>
          </a:p>
          <a:p>
            <a:pPr>
              <a:spcBef>
                <a:spcPts val="400"/>
              </a:spcBef>
              <a:defRPr sz="1200" b="1">
                <a:solidFill>
                  <a:srgbClr val="10B981"/>
                </a:solidFill>
              </a:defRPr>
            </a:pPr>
            <a:r>
              <a:t>✔ Auditory &amp; Visual Alert (100% Achieved)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 Implementation: Alert popup modal and Soft Chime audio</a:t>
            </a:r>
          </a:p>
          <a:p>
            <a:pPr>
              <a:spcBef>
                <a:spcPts val="400"/>
              </a:spcBef>
              <a:defRPr sz="1200" b="1">
                <a:solidFill>
                  <a:srgbClr val="10B981"/>
                </a:solidFill>
              </a:defRPr>
            </a:pPr>
            <a:r>
              <a:t>✔ Resource Optimization (100% Achieved)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 Implementation: Throttled 1-sec loop (&lt;0.1% CPU consumption)</a:t>
            </a:r>
          </a:p>
          <a:p>
            <a:pPr>
              <a:spcBef>
                <a:spcPts val="400"/>
              </a:spcBef>
              <a:defRPr sz="1200" b="1">
                <a:solidFill>
                  <a:srgbClr val="10B981"/>
                </a:solidFill>
              </a:defRPr>
            </a:pPr>
            <a:r>
              <a:t>✔ User Interface / UX (Exceeded Goal)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 Implementation: Elevated CLI prototype into sleek 'tempo.'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234440"/>
            <a:ext cx="42976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371600"/>
            <a:ext cx="3931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2C59"/>
                </a:solidFill>
              </a:defRPr>
            </a:pPr>
            <a:r>
              <a:t>Results &amp; Practical Significance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</a:defRPr>
            </a:pPr>
            <a:r>
              <a:t>★  Reliable Precision: Matches alarm time accurately without skipping seconds or false alarms.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</a:defRPr>
            </a:pPr>
            <a:r>
              <a:t>★  Zero External Dependencies: Base logic functions purely on Python standard library modules (datetime, time).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</a:defRPr>
            </a:pPr>
            <a:r>
              <a:t>★  Aesthetic Usability: The sleek dark theme, analog dial, and custom labels make time management calm and intentional.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</a:defRPr>
            </a:pPr>
            <a:r>
              <a:t>★  Extensible Architecture: Easily adaptable into desktop background daemons, mobile notifications, or IoT smart clocks.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</a:defRPr>
            </a:pPr>
            <a:r>
              <a:t>★  Educational Value: Direct practical proof of loops, time-series polling, and event handling in Python.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82880"/>
            <a:ext cx="146304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09728"/>
            <a:ext cx="8686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0F2C59"/>
                </a:solidFill>
              </a:defRPr>
            </a:pPr>
            <a:r>
              <a:t>8. Python Program Implementation &amp; Source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371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94A3B8"/>
                </a:solidFill>
              </a:defRPr>
            </a:pPr>
            <a: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2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6480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S. B. Jain Institute of Technology Management and Research, Nagpur  |  Department of CSE(AI&amp;ML)  |  Session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120640" cy="4937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# Core Python Alarm Script (Terminal Implementation)</a:t>
            </a:r>
          </a:p>
          <a:p>
            <a:pPr>
              <a:defRPr sz="1100">
                <a:solidFill>
                  <a:srgbClr val="38BDF8"/>
                </a:solidFill>
              </a:defRPr>
            </a:pPr>
            <a:r>
              <a:t>from datetime import datetime</a:t>
            </a:r>
            <a:br/>
            <a:r>
              <a:t>import time</a:t>
            </a:r>
            <a:br/>
            <a:br/>
            <a:r>
              <a:t>alarm_time = input('Enter alarm time (HH:MM:SS): ')</a:t>
            </a:r>
            <a:br/>
            <a:r>
              <a:t>print(f'Alarm set for {alarm_time}')</a:t>
            </a:r>
            <a:br/>
            <a:br/>
            <a:r>
              <a:t>while True:</a:t>
            </a:r>
            <a:br/>
            <a:r>
              <a:t>    # Read current system time</a:t>
            </a:r>
            <a:br/>
            <a:r>
              <a:t>    current_time = datetime.now().strftime('%H:%M:%S')</a:t>
            </a:r>
            <a:br/>
            <a:r>
              <a:t>    print('Current time:', current_time, end='\r')</a:t>
            </a:r>
            <a:br/>
            <a:br/>
            <a:r>
              <a:t>    # Check time equivalence</a:t>
            </a:r>
            <a:br/>
            <a:r>
              <a:t>    if current_time == alarm_time:</a:t>
            </a:r>
            <a:br/>
            <a:r>
              <a:t>        print('\n' + '='*30)</a:t>
            </a:r>
            <a:br/>
            <a:r>
              <a:t>        print(' ALARM! Your time is up! ')</a:t>
            </a:r>
            <a:br/>
            <a:r>
              <a:t>        print('='*30)</a:t>
            </a:r>
            <a:br/>
            <a:r>
              <a:t>        print('\a')  # Optional system beep</a:t>
            </a:r>
            <a:br/>
            <a:r>
              <a:t>        break</a:t>
            </a:r>
            <a:br/>
            <a:br/>
            <a:r>
              <a:t>    # Prevent 100% CPU core utilization</a:t>
            </a:r>
            <a:br/>
            <a:r>
              <a:t>    time.sleep(1)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212080" cy="4937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# Modular Event-Driven Architecture (tempo app backend)</a:t>
            </a:r>
          </a:p>
          <a:p>
            <a:pPr>
              <a:defRPr sz="1050">
                <a:solidFill>
                  <a:srgbClr val="34D399"/>
                </a:solidFill>
              </a:defRPr>
            </a:pPr>
            <a:r>
              <a:t>from datetime import datetime</a:t>
            </a:r>
            <a:br/>
            <a:r>
              <a:t>import time</a:t>
            </a:r>
            <a:br/>
            <a:br/>
            <a:r>
              <a:t>class AlarmManager:</a:t>
            </a:r>
            <a:br/>
            <a:r>
              <a:t>    def __init__(self, target_time, label='Alarm', sound='chime'):</a:t>
            </a:r>
            <a:br/>
            <a:r>
              <a:t>        self.target_time = target_time</a:t>
            </a:r>
            <a:br/>
            <a:r>
              <a:t>        self.label = label</a:t>
            </a:r>
            <a:br/>
            <a:r>
              <a:t>        self.sound = sound</a:t>
            </a:r>
            <a:br/>
            <a:r>
              <a:t>        self.is_active = True</a:t>
            </a:r>
            <a:br/>
            <a:br/>
            <a:r>
              <a:t>    def check_alarm(self):</a:t>
            </a:r>
            <a:br/>
            <a:r>
              <a:t>        current = datetime.now().strftime('%H:%M:%S')</a:t>
            </a:r>
            <a:br/>
            <a:r>
              <a:t>        if current == self.target_time and self.is_active:</a:t>
            </a:r>
            <a:br/>
            <a:r>
              <a:t>            self.trigger_alert()</a:t>
            </a:r>
            <a:br/>
            <a:r>
              <a:t>            self.is_active = False</a:t>
            </a:r>
            <a:br/>
            <a:r>
              <a:t>            return True</a:t>
            </a:r>
            <a:br/>
            <a:r>
              <a:t>        return False</a:t>
            </a:r>
            <a:br/>
            <a:br/>
            <a:r>
              <a:t>    def trigger_alert(self):</a:t>
            </a:r>
            <a:br/>
            <a:r>
              <a:t>        print(f'Triggering {self.sound}: {self.label}')</a:t>
            </a:r>
            <a:br/>
            <a:r>
              <a:t>        # Dispatches UI alert modal &amp; audio chime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82880"/>
            <a:ext cx="146304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09728"/>
            <a:ext cx="8686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0F2C59"/>
                </a:solidFill>
              </a:defRPr>
            </a:pPr>
            <a:r>
              <a:t>9. GitHub Repository &amp; Individual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371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94A3B8"/>
                </a:solidFill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2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6480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S. B. Jain Institute of Technology Management and Research, Nagpur  |  Department of CSE(AI&amp;ML)  |  Session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2C59"/>
                </a:solidFill>
              </a:defRPr>
            </a:pPr>
            <a:r>
              <a:t>GitHub Account &amp; Version Control</a:t>
            </a:r>
          </a:p>
          <a:p>
            <a:pPr>
              <a:spcBef>
                <a:spcPts val="400"/>
              </a:spcBef>
              <a:defRPr sz="1200" b="1">
                <a:solidFill>
                  <a:srgbClr val="1A365D"/>
                </a:solidFill>
              </a:defRPr>
            </a:pPr>
            <a:r>
              <a:t>• Account Setup: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Personal GitHub developer profile created and configured for academic tracking.</a:t>
            </a:r>
          </a:p>
          <a:p>
            <a:pPr>
              <a:spcBef>
                <a:spcPts val="400"/>
              </a:spcBef>
              <a:defRPr sz="1200" b="1">
                <a:solidFill>
                  <a:srgbClr val="1A365D"/>
                </a:solidFill>
              </a:defRPr>
            </a:pPr>
            <a:r>
              <a:t>• Repository Name: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Simple-Alarm-Clock-Python (Public version-controlled repository).</a:t>
            </a:r>
          </a:p>
          <a:p>
            <a:pPr>
              <a:spcBef>
                <a:spcPts val="400"/>
              </a:spcBef>
              <a:defRPr sz="1200" b="1">
                <a:solidFill>
                  <a:srgbClr val="1A365D"/>
                </a:solidFill>
              </a:defRPr>
            </a:pPr>
            <a:r>
              <a:t>• Source Code Upload: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Uploaded main.py, assets (soft chime audio, icons), and comprehensive README.md.</a:t>
            </a:r>
          </a:p>
          <a:p>
            <a:pPr>
              <a:spcBef>
                <a:spcPts val="400"/>
              </a:spcBef>
              <a:defRPr sz="1200" b="1">
                <a:solidFill>
                  <a:srgbClr val="1A365D"/>
                </a:solidFill>
              </a:defRPr>
            </a:pPr>
            <a:r>
              <a:t>• Meaningful Commits: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Applied structured semantic commits:</a:t>
            </a:r>
            <a:br/>
            <a:r>
              <a:t>  • 'Initial commit: Alarm clock problem analysis'</a:t>
            </a:r>
            <a:br/>
            <a:r>
              <a:t>  • 'feat: Implemented datetime time polling &amp; while loop'</a:t>
            </a:r>
            <a:br/>
            <a:r>
              <a:t>  • 'feat: Added audio chime &amp; visual alert trigger'</a:t>
            </a:r>
            <a:br/>
            <a:r>
              <a:t>  • 'ui: Integrated tempo modern clock interface'</a:t>
            </a:r>
          </a:p>
          <a:p>
            <a:pPr>
              <a:spcBef>
                <a:spcPts val="400"/>
              </a:spcBef>
              <a:defRPr sz="1200" b="1">
                <a:solidFill>
                  <a:srgbClr val="1A365D"/>
                </a:solidFill>
              </a:defRPr>
            </a:pPr>
            <a:r>
              <a:t>• Change Tracking: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Full git commit history preserved for experiential learning evaluation.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2C59"/>
                </a:solidFill>
              </a:defRPr>
            </a:pPr>
            <a:r>
              <a:t>Individual Contribution Breakdown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74519"/>
            <a:ext cx="4846320" cy="5486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4338CA"/>
                </a:solidFill>
              </a:defRPr>
            </a:pPr>
            <a:r>
              <a:t>Student: Neeraj Praveen Khapre  |  Roll No: 16  |  ID: CM25036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1460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</a:defRPr>
            </a:pPr>
            <a:r>
              <a:t>✔  Problem Formulation: Researched time-tracking challenges and formulated algorithmic requirements.</a:t>
            </a:r>
          </a:p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</a:defRPr>
            </a:pPr>
            <a:r>
              <a:t>✔  Algorithm &amp; Flowchart Design: Authored the Phase 1 stepwise logic and Phase 2 comprehensive system flowcharts.</a:t>
            </a:r>
          </a:p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</a:defRPr>
            </a:pPr>
            <a:r>
              <a:t>✔  Python Programming: Implemented core time matching, throttling delay loops, and audio notifications.</a:t>
            </a:r>
          </a:p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</a:defRPr>
            </a:pPr>
            <a:r>
              <a:t>✔  UI &amp; Audio Integration: Built and verified the modern 'tempo.' alarm interface with real-time analog clock.</a:t>
            </a:r>
          </a:p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</a:defRPr>
            </a:pPr>
            <a:r>
              <a:t>✔  Testing &amp; Validation: Conducted boundary tests (midnight crossover 23:59 -&gt; 00:00, exact second match).</a:t>
            </a:r>
          </a:p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</a:defRPr>
            </a:pPr>
            <a:r>
              <a:t>✔  Project Documentation: Prepared PPT presentation, repository documentation, and final assessment materials.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82880"/>
            <a:ext cx="146304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09728"/>
            <a:ext cx="8686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0F2C59"/>
                </a:solidFill>
              </a:defRPr>
            </a:pPr>
            <a:r>
              <a:t>10. Key Learnings &amp; 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371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94A3B8"/>
                </a:solidFill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2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6480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S. B. Jain Institute of Technology Management and Research, Nagpur  |  Department of CSE(AI&amp;ML)  |  Session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2C59"/>
                </a:solidFill>
              </a:defRPr>
            </a:pPr>
            <a:r>
              <a:t>Key Academic &amp; Technical Learnings</a:t>
            </a:r>
          </a:p>
          <a:p>
            <a:pPr>
              <a:spcBef>
                <a:spcPts val="600"/>
              </a:spcBef>
              <a:defRPr sz="1200" b="1">
                <a:solidFill>
                  <a:srgbClr val="0284C7"/>
                </a:solidFill>
              </a:defRPr>
            </a:pPr>
            <a:r>
              <a:t>✦ Python datetime Mastery: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Acquired hands-on experience formatting temporal strings (%H:%M:%S) and performing synchronized clock checks.</a:t>
            </a:r>
          </a:p>
          <a:p>
            <a:pPr>
              <a:spcBef>
                <a:spcPts val="600"/>
              </a:spcBef>
              <a:defRPr sz="1200" b="1">
                <a:solidFill>
                  <a:srgbClr val="0284C7"/>
                </a:solidFill>
              </a:defRPr>
            </a:pPr>
            <a:r>
              <a:t>✦ Event Loop &amp; Resource Optimization: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Learned how unthrottled infinite loops peg CPU cores at 100%, and how time.sleep(1) enables efficient CPU resource sharing.</a:t>
            </a:r>
          </a:p>
          <a:p>
            <a:pPr>
              <a:spcBef>
                <a:spcPts val="600"/>
              </a:spcBef>
              <a:defRPr sz="1200" b="1">
                <a:solidFill>
                  <a:srgbClr val="0284C7"/>
                </a:solidFill>
              </a:defRPr>
            </a:pPr>
            <a:r>
              <a:t>✦ Asynchronous &amp; Auditory Alerting: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Understood methods to synthesize audible feedback (system beeps, audio chimes) triggered on state changes.</a:t>
            </a:r>
          </a:p>
          <a:p>
            <a:pPr>
              <a:spcBef>
                <a:spcPts val="600"/>
              </a:spcBef>
              <a:defRPr sz="1200" b="1">
                <a:solidFill>
                  <a:srgbClr val="0284C7"/>
                </a:solidFill>
              </a:defRPr>
            </a:pPr>
            <a:r>
              <a:t>✦ Evolution to Modern UI: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Successfully migrated a terminal script into an elegant graphical clock experience ('tempo.').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2C59"/>
                </a:solidFill>
              </a:defRPr>
            </a:pPr>
            <a:r>
              <a:t>Future Scope &amp; Enhancements</a:t>
            </a:r>
          </a:p>
          <a:p>
            <a:pPr>
              <a:spcBef>
                <a:spcPts val="600"/>
              </a:spcBef>
              <a:defRPr sz="1200" b="1">
                <a:solidFill>
                  <a:srgbClr val="10B981"/>
                </a:solidFill>
              </a:defRPr>
            </a:pPr>
            <a:r>
              <a:t>🚀 Multi-Alarm &amp; Recurring Schedules: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Support multiple daily alarms with recurring weekly scheduling (e.g. weekdays vs. weekends).</a:t>
            </a:r>
          </a:p>
          <a:p>
            <a:pPr>
              <a:spcBef>
                <a:spcPts val="600"/>
              </a:spcBef>
              <a:defRPr sz="1200" b="1">
                <a:solidFill>
                  <a:srgbClr val="10B981"/>
                </a:solidFill>
              </a:defRPr>
            </a:pPr>
            <a:r>
              <a:t>🚀 Snooze &amp; Smart Dismissal: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Add a configurable 5-minute snooze button and interactive math puzzle dismissal.</a:t>
            </a:r>
          </a:p>
          <a:p>
            <a:pPr>
              <a:spcBef>
                <a:spcPts val="600"/>
              </a:spcBef>
              <a:defRPr sz="1200" b="1">
                <a:solidFill>
                  <a:srgbClr val="10B981"/>
                </a:solidFill>
              </a:defRPr>
            </a:pPr>
            <a:r>
              <a:t>🚀 Custom Audio File Library: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Allow users to upload custom MP3 or WAV audio files for personalized wake-up sounds.</a:t>
            </a:r>
          </a:p>
          <a:p>
            <a:pPr>
              <a:spcBef>
                <a:spcPts val="600"/>
              </a:spcBef>
              <a:defRPr sz="1200" b="1">
                <a:solidFill>
                  <a:srgbClr val="10B981"/>
                </a:solidFill>
              </a:defRPr>
            </a:pPr>
            <a:r>
              <a:t>🚀 Cross-Platform OS Notifications: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Integrate with native Windows Toast notifications, macOS Notification Center, and mobile push alerts.</a:t>
            </a:r>
          </a:p>
          <a:p>
            <a:pPr>
              <a:spcBef>
                <a:spcPts val="600"/>
              </a:spcBef>
              <a:defRPr sz="1200" b="1">
                <a:solidFill>
                  <a:srgbClr val="10B981"/>
                </a:solidFill>
              </a:defRPr>
            </a:pPr>
            <a:r>
              <a:t>🚀 Persistent Cloud / Database Storage: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Save user preferences and alarm histories using SQLite or cloud sync.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563EB"/>
                </a:solidFill>
              </a:defRPr>
            </a:pPr>
            <a:r>
              <a:t>Thank You</a:t>
            </a:r>
          </a:p>
          <a:p>
            <a:pPr algn="ctr">
              <a:defRPr sz="2200" b="1">
                <a:solidFill>
                  <a:srgbClr val="0F172A"/>
                </a:solidFill>
              </a:defRPr>
            </a:pPr>
            <a:r>
              <a:t>Simple Alarm Clock Using Python</a:t>
            </a:r>
          </a:p>
        </p:txBody>
      </p:sp>
      <p:pic>
        <p:nvPicPr>
          <p:cNvPr id="4" name="Picture 3" descr="page_1_img_0_4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514600"/>
            <a:ext cx="1280160" cy="1463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4114800"/>
            <a:ext cx="10362895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2C59"/>
                </a:solidFill>
              </a:defRPr>
            </a:pPr>
            <a:r>
              <a:t>Presented By: Neeraj Praveen Khapre  |  Roll No: 16  |  ID: CM25036</a:t>
            </a:r>
          </a:p>
          <a:p>
            <a:pPr algn="ctr">
              <a:defRPr sz="1400">
                <a:solidFill>
                  <a:srgbClr val="475569"/>
                </a:solidFill>
              </a:defRPr>
            </a:pPr>
            <a:r>
              <a:t>Course: Python Programming Language (N-PCCCM304P)  |  Session: 2026–27 (ODD)</a:t>
            </a:r>
          </a:p>
          <a:p>
            <a:pPr algn="ctr">
              <a:defRPr sz="1500" b="1">
                <a:solidFill>
                  <a:srgbClr val="1A365D"/>
                </a:solidFill>
              </a:defRPr>
            </a:pPr>
            <a:r>
              <a:t>Department of Computer Science &amp; Engineering (AI &amp; ML)</a:t>
            </a:r>
          </a:p>
          <a:p>
            <a:pPr algn="ctr">
              <a:defRPr sz="1500" b="1">
                <a:solidFill>
                  <a:srgbClr val="0F2C59"/>
                </a:solidFill>
              </a:defRPr>
            </a:pPr>
            <a:r>
              <a:t>S. B. JAIN INSTITUTE OF TECHNOLOGY MANAGEMENT AND RESEARCH, NAGPUR</a:t>
            </a:r>
          </a:p>
          <a:p>
            <a:pPr algn="ctr">
              <a:defRPr sz="1300" i="1">
                <a:solidFill>
                  <a:srgbClr val="10B981"/>
                </a:solidFill>
              </a:defRPr>
            </a:pPr>
            <a:r>
              <a:t>Questions &amp; Feedback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